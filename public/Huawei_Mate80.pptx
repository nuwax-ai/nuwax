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性能评分对比（满分100）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性能对比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CPU性能</c:v>
                  </c:pt>
                  <c:pt idx="1">
                    <c:v>GPU性能</c:v>
                  </c:pt>
                  <c:pt idx="2">
                    <c:v>AI算力</c:v>
                  </c:pt>
                  <c:pt idx="3">
                    <c:v>能效比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92</c:v>
                </c:pt>
                <c:pt idx="2">
                  <c:v>98</c:v>
                </c:pt>
                <c:pt idx="3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性能指标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评分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123950"/>
            <a:ext cx="77724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华为 Mate 80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85800" y="2558951"/>
            <a:ext cx="77724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3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旗舰新生 · 极致体验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3647926"/>
            <a:ext cx="7772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下一代智能手机的突破性创新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0651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核心亮点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00001"/>
            <a:ext cx="8128099" cy="979438"/>
          </a:xfrm>
          <a:prstGeom prst="roundRect">
            <a:avLst>
              <a:gd name="adj" fmla="val 518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1200001"/>
            <a:ext cx="0" cy="979438"/>
          </a:xfrm>
          <a:prstGeom prst="line">
            <a:avLst/>
          </a:prstGeom>
          <a:noFill/>
          <a:ln w="762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1601" y="1377702"/>
            <a:ext cx="756533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麒麟 9100 芯片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1601" y="1787277"/>
            <a:ext cx="7565338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全新自研旗舰芯片，5nm工艺，性能提升40%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2331839"/>
            <a:ext cx="8128099" cy="979438"/>
          </a:xfrm>
          <a:prstGeom prst="roundRect">
            <a:avLst>
              <a:gd name="adj" fmla="val 518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6050" y="2331839"/>
            <a:ext cx="0" cy="979438"/>
          </a:xfrm>
          <a:prstGeom prst="line">
            <a:avLst/>
          </a:prstGeom>
          <a:noFill/>
          <a:ln w="762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1601" y="2509540"/>
            <a:ext cx="756533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6.8英寸LTPO屏幕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1601" y="2919115"/>
            <a:ext cx="7565338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2K分辨率，120Hz自适应刷新率，护眼显示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950" y="3463677"/>
            <a:ext cx="8128099" cy="979438"/>
          </a:xfrm>
          <a:prstGeom prst="roundRect">
            <a:avLst>
              <a:gd name="adj" fmla="val 518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6050" y="3463677"/>
            <a:ext cx="0" cy="979438"/>
          </a:xfrm>
          <a:prstGeom prst="line">
            <a:avLst/>
          </a:prstGeom>
          <a:noFill/>
          <a:ln w="762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1601" y="3641378"/>
            <a:ext cx="756533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5500mAh超大电池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1601" y="4050953"/>
            <a:ext cx="7565338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100W有线 + 50W无线充电，全天续航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0165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7450"/>
            <a:ext cx="8290661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影像系统突破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7950" y="1682651"/>
            <a:ext cx="375671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超感知摄影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2450902"/>
            <a:ext cx="3683050" cy="173712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52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5000万像素主摄，F1.4大光圈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5000万像素超广角镜头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6400万像素潜望式长焦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10倍光学变焦，100倍数字变焦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953000" y="1682651"/>
            <a:ext cx="375671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AI影像引擎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953000" y="2450902"/>
            <a:ext cx="3683050" cy="173712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52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XD Fusion Pro图像引擎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夜景模式3.0全面升级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运动抓拍，瞬间定格精彩</a:t>
            </a:r>
            <a:endParaRPr lang="en-US" sz="1800" dirty="0"/>
          </a:p>
          <a:p>
            <a:pPr algn="l" marL="127000" indent="-127000">
              <a:lnSpc>
                <a:spcPts val="252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4K 120fps专业视频拍摄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9535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技术规格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74700"/>
            <a:ext cx="284982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参数一览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7950" y="1723876"/>
            <a:ext cx="2849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处理器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977777"/>
            <a:ext cx="28498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麒麟 9100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2330202"/>
            <a:ext cx="2849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2584103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12GB / 16GB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950" y="2898428"/>
            <a:ext cx="2849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950" y="3152329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256GB - 1TB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950" y="3466654"/>
            <a:ext cx="2849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屏幕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950" y="3720554"/>
            <a:ext cx="28498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6.8英寸 LTPO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950" y="4072979"/>
            <a:ext cx="2849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950" y="4326880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5500mAh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619351" y="1174700"/>
          <a:ext cx="5054798" cy="350460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20651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829066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售价与版本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146673" y="1227088"/>
            <a:ext cx="2850654" cy="1524000"/>
          </a:xfrm>
          <a:prstGeom prst="roundRect">
            <a:avLst>
              <a:gd name="adj" fmla="val 8333"/>
            </a:avLst>
          </a:prstGeom>
          <a:solidFill>
            <a:srgbClr val="F8F9FA"/>
          </a:solidFill>
          <a:ln w="38100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39959" y="1493788"/>
            <a:ext cx="166408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起售价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39959" y="1865263"/>
            <a:ext cx="166408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¥6,999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29445" y="2954238"/>
            <a:ext cx="188511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可选版本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29445" y="3414564"/>
            <a:ext cx="1885111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12GB+256GB</a:t>
            </a:r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¥6,999</a:t>
            </a:r>
            <a:endParaRPr lang="en-US" sz="15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12GB+512GB</a:t>
            </a:r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¥7,999</a:t>
            </a:r>
            <a:endParaRPr lang="en-US" sz="15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16GB+512GB</a:t>
            </a:r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¥8,999</a:t>
            </a:r>
            <a:endParaRPr lang="en-US" sz="15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16GB+1TB</a:t>
            </a:r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¥9,999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82909" y="902791"/>
            <a:ext cx="3178183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5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2982909" y="2322016"/>
            <a:ext cx="3178183" cy="1137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spcAft>
                <a:spcPts val="15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华为 Mate 80</a:t>
            </a:r>
            <a:endParaRPr lang="en-US" sz="2800" dirty="0"/>
          </a:p>
          <a:p>
            <a:pPr algn="ctr" indent="0" marL="0">
              <a:lnSpc>
                <a:spcPts val="4480"/>
              </a:lnSpc>
              <a:spcAft>
                <a:spcPts val="15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800" dirty="0"/>
          </a:p>
          <a:p>
            <a:pPr algn="ctr" indent="0" marL="0">
              <a:lnSpc>
                <a:spcPts val="4480"/>
              </a:lnSpc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极致科技 · 非凡体验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982909" y="3840659"/>
            <a:ext cx="31781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buNone/>
            </a:pPr>
            <a:r>
              <a:rPr lang="en-US" sz="2200" i="1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现已全面开售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华为 Mate 80 产品介绍</dc:title>
  <dc:subject>PptxGenJS Presentation</dc:subject>
  <dc:creator>Huawei</dc:creator>
  <cp:lastModifiedBy>Huawei</cp:lastModifiedBy>
  <cp:revision>1</cp:revision>
  <dcterms:created xsi:type="dcterms:W3CDTF">2025-12-22T13:12:15Z</dcterms:created>
  <dcterms:modified xsi:type="dcterms:W3CDTF">2025-12-22T13:12:15Z</dcterms:modified>
</cp:coreProperties>
</file>